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2" roundtripDataSignature="AMtx7miIblVx3r8SX1NOpaX5G27taJiH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0" y="1556792"/>
            <a:ext cx="8388424" cy="0"/>
          </a:xfrm>
          <a:prstGeom prst="straightConnector1">
            <a:avLst/>
          </a:prstGeom>
          <a:noFill/>
          <a:ln cap="flat" cmpd="tri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Leandro\Dropbox\DOCÊNCIA\Politécnico\SATI\2014\Arte\Novo\logoCurso.png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4970" y="127770"/>
            <a:ext cx="1969030" cy="144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683568" y="2492896"/>
            <a:ext cx="7115196" cy="2357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/>
              <a:t>Ambientação a linguagem Python</a:t>
            </a:r>
            <a:br>
              <a:rPr lang="pt-BR" sz="3200"/>
            </a:br>
            <a:r>
              <a:rPr lang="pt-BR"/>
              <a:t>Parte 4</a:t>
            </a:r>
            <a:endParaRPr sz="3200"/>
          </a:p>
        </p:txBody>
      </p:sp>
      <p:sp>
        <p:nvSpPr>
          <p:cNvPr id="87" name="Google Shape;87;p1"/>
          <p:cNvSpPr txBox="1"/>
          <p:nvPr>
            <p:ph idx="1" type="body"/>
          </p:nvPr>
        </p:nvSpPr>
        <p:spPr>
          <a:xfrm>
            <a:off x="539552" y="5214950"/>
            <a:ext cx="8229600" cy="1357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Professor Leandro O. Freitas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43608" y="260648"/>
            <a:ext cx="6134144" cy="122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de dados e extração de conhecimento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Manipulação de exceções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457200" y="1600201"/>
            <a:ext cx="8229600" cy="1900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Muitas funções e métodos do Python indicam erros, condições excepcionais ou outros eventos importantes através de </a:t>
            </a:r>
            <a:r>
              <a:rPr i="1" lang="pt-BR"/>
              <a:t>lançamento de exceções;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Exceções são capturadas através de blocos</a:t>
            </a:r>
            <a:r>
              <a:rPr i="1" lang="pt-BR"/>
              <a:t> try... except: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4211960" y="4355940"/>
            <a:ext cx="471601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Possibilidade de criar vários tratamentos de exceções para cada bloco </a:t>
            </a: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try;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Cláusula </a:t>
            </a:r>
            <a:r>
              <a:rPr b="1" i="1" lang="pt-B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var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opcional. Permite que a mensagem de erro seja a atribuída à variável var1;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88" y="3614525"/>
            <a:ext cx="368617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Manipulação de exceções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0" y="4808948"/>
            <a:ext cx="8892480" cy="204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Caso todas as instruções do bloco </a:t>
            </a:r>
            <a:r>
              <a:rPr b="1" i="1" lang="pt-BR" sz="2000"/>
              <a:t>try</a:t>
            </a:r>
            <a:r>
              <a:rPr lang="pt-BR" sz="2000"/>
              <a:t> sejam executadas corretamente, os blocos </a:t>
            </a:r>
            <a:r>
              <a:rPr i="1" lang="pt-BR" sz="2000"/>
              <a:t>except</a:t>
            </a:r>
            <a:r>
              <a:rPr lang="pt-BR" sz="2000"/>
              <a:t> são ignorados;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Se alguma exceção for lançada dentro do bloco </a:t>
            </a:r>
            <a:r>
              <a:rPr b="1" i="1" lang="pt-BR" sz="2000"/>
              <a:t>try</a:t>
            </a:r>
            <a:r>
              <a:rPr lang="pt-BR" sz="2000"/>
              <a:t>, então ele é interrompido e o controle da execução passa para os testes das exceções e executa a que for mais apropriada. 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772816"/>
            <a:ext cx="4824536" cy="1390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 rot="5400000">
            <a:off x="1295790" y="3280231"/>
            <a:ext cx="553246" cy="33753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512" y="3789040"/>
            <a:ext cx="5913673" cy="639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Bloco opcional </a:t>
            </a:r>
            <a:r>
              <a:rPr b="1" i="1" lang="pt-BR"/>
              <a:t>else</a:t>
            </a:r>
            <a:r>
              <a:rPr lang="pt-BR"/>
              <a:t>: executado sempre que um bloco </a:t>
            </a:r>
            <a:r>
              <a:rPr b="1" i="1" lang="pt-BR"/>
              <a:t>try </a:t>
            </a:r>
            <a:r>
              <a:rPr lang="pt-BR"/>
              <a:t>for finalizado corretamente, ou seja, se o controle do programa não entrar nas exceções.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1"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1"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1"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i="1" sz="2000"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0" y="3313093"/>
            <a:ext cx="5544616" cy="1978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Manipulação de exceções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308275" y="4161350"/>
            <a:ext cx="383400" cy="9090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454" y="2492896"/>
            <a:ext cx="6030786" cy="1820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454" y="4663209"/>
            <a:ext cx="6030786" cy="182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251520" y="1600201"/>
            <a:ext cx="8435280" cy="8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Bloco opcional </a:t>
            </a:r>
            <a:r>
              <a:rPr b="1" i="1" lang="pt-BR"/>
              <a:t>finally</a:t>
            </a:r>
            <a:r>
              <a:rPr lang="pt-BR"/>
              <a:t>: executado SEMPRE ao final do </a:t>
            </a:r>
            <a:r>
              <a:rPr b="1" i="1" lang="pt-BR"/>
              <a:t>try...exception: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i="1" sz="2000"/>
          </a:p>
        </p:txBody>
      </p:sp>
      <p:sp>
        <p:nvSpPr>
          <p:cNvPr id="121" name="Google Shape;12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Manipulação de exceções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88400" y="3123550"/>
            <a:ext cx="383400" cy="9090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88400" y="5738450"/>
            <a:ext cx="383400" cy="5475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Exercício de ambientação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Analise os exercícios sobre coleções, verificando aqueles em que seria interessante o tratamento de exceções.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Pesquise sobre as exceções existentes e como criar exceções personalizadas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lo Mestrado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2011-08-18T12:44:31Z</dcterms:created>
  <dc:creator>Leandro</dc:creator>
</cp:coreProperties>
</file>