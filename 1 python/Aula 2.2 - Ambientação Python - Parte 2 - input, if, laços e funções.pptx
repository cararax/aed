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fz94JOsV4UNOmkwqJ5QFhMzQl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7" name="Google Shape;17;p15"/>
          <p:cNvCxnSpPr/>
          <p:nvPr/>
        </p:nvCxnSpPr>
        <p:spPr>
          <a:xfrm>
            <a:off x="0" y="1556792"/>
            <a:ext cx="8388424" cy="0"/>
          </a:xfrm>
          <a:prstGeom prst="straightConnector1">
            <a:avLst/>
          </a:prstGeom>
          <a:noFill/>
          <a:ln cap="flat" cmpd="tri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Leandro\Dropbox\DOCÊNCIA\Politécnico\SATI\2014\Arte\Novo\logoCurso.png"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4970" y="127770"/>
            <a:ext cx="1969030" cy="14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683568" y="2492896"/>
            <a:ext cx="7115196" cy="2357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/>
              <a:t>Ambientação a linguagem Python</a:t>
            </a:r>
            <a:br>
              <a:rPr lang="pt-BR" sz="3200"/>
            </a:br>
            <a:r>
              <a:rPr lang="pt-BR"/>
              <a:t>Parte 2</a:t>
            </a:r>
            <a:endParaRPr sz="3200"/>
          </a:p>
        </p:txBody>
      </p:sp>
      <p:sp>
        <p:nvSpPr>
          <p:cNvPr id="87" name="Google Shape;87;p1"/>
          <p:cNvSpPr txBox="1"/>
          <p:nvPr>
            <p:ph idx="1" type="body"/>
          </p:nvPr>
        </p:nvSpPr>
        <p:spPr>
          <a:xfrm>
            <a:off x="539552" y="5214950"/>
            <a:ext cx="82296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Professor Leandro O. Freitas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43608" y="260648"/>
            <a:ext cx="6134144" cy="122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dados e extração de conhecimento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Entrada de dados com input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57200" y="1600201"/>
            <a:ext cx="8229600" cy="103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Função </a:t>
            </a:r>
            <a:r>
              <a:rPr b="1" i="1" lang="pt-BR"/>
              <a:t>input()</a:t>
            </a:r>
            <a:r>
              <a:rPr lang="pt-BR"/>
              <a:t> é usada para receber dados a partir do teclado. Funciona como o </a:t>
            </a:r>
            <a:r>
              <a:rPr b="1" i="1" lang="pt-BR"/>
              <a:t>scanf</a:t>
            </a:r>
            <a:r>
              <a:rPr lang="pt-BR"/>
              <a:t> ou </a:t>
            </a:r>
            <a:r>
              <a:rPr b="1" i="1" lang="pt-BR"/>
              <a:t>gets</a:t>
            </a:r>
            <a:r>
              <a:rPr i="1" lang="pt-BR"/>
              <a:t> </a:t>
            </a:r>
            <a:r>
              <a:rPr lang="pt-BR"/>
              <a:t>do C.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113070" y="5098647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00" y="2506055"/>
            <a:ext cx="5870725" cy="42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625" y="2206775"/>
            <a:ext cx="5222025" cy="42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Desvios condicionais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1"/>
            <a:ext cx="8229600" cy="676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Analisar a sintaxe: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74615" y="1968235"/>
            <a:ext cx="6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Usa-se três aspas simples ou duplas para comentários com várias linhas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91" y="2242512"/>
            <a:ext cx="7070500" cy="398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Desvios condicionais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55547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Operadores lógicos: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and, or, not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Encadeamento: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5292080" y="3535644"/>
            <a:ext cx="367600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Pesquise sobre: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Operador de identidade: is [not]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Operador de adesão: [not] in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00" y="2195475"/>
            <a:ext cx="2843625" cy="21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Laços de repetição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1" lang="pt-BR"/>
              <a:t>While</a:t>
            </a:r>
            <a:r>
              <a:rPr lang="pt-BR"/>
              <a:t>: Sintaxe e interpretação igual ao C:</a:t>
            </a:r>
            <a:endParaRPr/>
          </a:p>
        </p:txBody>
      </p:sp>
      <p:cxnSp>
        <p:nvCxnSpPr>
          <p:cNvPr id="120" name="Google Shape;120;p6"/>
          <p:cNvCxnSpPr/>
          <p:nvPr/>
        </p:nvCxnSpPr>
        <p:spPr>
          <a:xfrm rot="10800000">
            <a:off x="3372833" y="3803188"/>
            <a:ext cx="8640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 b="32213" l="0" r="67327" t="0"/>
          <a:stretch/>
        </p:blipFill>
        <p:spPr>
          <a:xfrm>
            <a:off x="1043183" y="4923153"/>
            <a:ext cx="799925" cy="9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043186" y="4563120"/>
            <a:ext cx="7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Laços de repetição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457200" y="1600201"/>
            <a:ext cx="8229600" cy="2476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1" lang="pt-BR"/>
              <a:t>For</a:t>
            </a:r>
            <a:r>
              <a:rPr lang="pt-BR"/>
              <a:t>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sintaxe e interpretação semelhante ao </a:t>
            </a:r>
            <a:r>
              <a:rPr b="1" i="1" lang="pt-BR"/>
              <a:t>foreach</a:t>
            </a:r>
            <a:r>
              <a:rPr lang="pt-BR"/>
              <a:t> de algumas linguagens;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Pode possuir uma cláusula </a:t>
            </a:r>
            <a:r>
              <a:rPr b="1" lang="pt-BR"/>
              <a:t>else</a:t>
            </a:r>
            <a:r>
              <a:rPr lang="pt-BR"/>
              <a:t>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Sintaxe: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</a:t>
            </a:r>
            <a:r>
              <a:rPr b="1" lang="pt-BR"/>
              <a:t>for</a:t>
            </a:r>
            <a:r>
              <a:rPr lang="pt-BR"/>
              <a:t> variavel </a:t>
            </a:r>
            <a:r>
              <a:rPr b="1" lang="pt-BR"/>
              <a:t>in</a:t>
            </a:r>
            <a:r>
              <a:rPr lang="pt-BR"/>
              <a:t> intervalo_de_valores: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	bloco executado a cada iteração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3419872" y="5126052"/>
            <a:ext cx="5182109" cy="1200329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 caso o laço varia de 0 a 2.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Também é possível definir valores iniciais e finais para a função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(3, 10)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Varia de 3 a 9.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7"/>
          <p:cNvCxnSpPr>
            <a:stCxn id="129" idx="0"/>
          </p:cNvCxnSpPr>
          <p:nvPr/>
        </p:nvCxnSpPr>
        <p:spPr>
          <a:xfrm flipH="1" rot="5400000">
            <a:off x="4406977" y="3522102"/>
            <a:ext cx="616800" cy="2591100"/>
          </a:xfrm>
          <a:prstGeom prst="bentConnector2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24231" l="0" r="0" t="0"/>
          <a:stretch/>
        </p:blipFill>
        <p:spPr>
          <a:xfrm>
            <a:off x="282050" y="5623497"/>
            <a:ext cx="561975" cy="9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150669" y="530120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675" y="3817911"/>
            <a:ext cx="2987300" cy="136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Funções</a:t>
            </a:r>
            <a:endParaRPr/>
          </a:p>
        </p:txBody>
      </p:sp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457200" y="1600201"/>
            <a:ext cx="8229600" cy="3403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Características: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Sem necessidade de especificar tipo de retorno;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Possibilidade de retornar um ou mais valores simultaneamente;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Parâmetros sem especificação de tipo;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Parâmetros especiais, com inicialização diretamente a declaração da função.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Define-se uma função da seguinte forma: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i="1" lang="pt-BR"/>
              <a:t>	</a:t>
            </a:r>
            <a:r>
              <a:rPr b="1" i="1" lang="pt-BR" sz="2400"/>
              <a:t>def</a:t>
            </a:r>
            <a:r>
              <a:rPr lang="pt-BR" sz="2400"/>
              <a:t> nome</a:t>
            </a:r>
            <a:r>
              <a:rPr i="1" lang="pt-BR" sz="2400"/>
              <a:t>(parâmetros):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1259632" y="6516052"/>
            <a:ext cx="2194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Palavra reservada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2123727" y="6043094"/>
            <a:ext cx="17360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da função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2771799" y="5673762"/>
            <a:ext cx="36093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parâmetros, caso necessário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4320492" y="5291916"/>
            <a:ext cx="20606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Sinal de dois pontos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 rot="10800000">
            <a:off x="1475656" y="4725144"/>
            <a:ext cx="0" cy="1790908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5" name="Google Shape;145;p9"/>
          <p:cNvCxnSpPr/>
          <p:nvPr/>
        </p:nvCxnSpPr>
        <p:spPr>
          <a:xfrm rot="10800000">
            <a:off x="2356727" y="4725144"/>
            <a:ext cx="0" cy="131795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6" name="Google Shape;146;p9"/>
          <p:cNvCxnSpPr/>
          <p:nvPr/>
        </p:nvCxnSpPr>
        <p:spPr>
          <a:xfrm rot="10800000">
            <a:off x="3275856" y="4725144"/>
            <a:ext cx="0" cy="948618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7" name="Google Shape;147;p9"/>
          <p:cNvCxnSpPr/>
          <p:nvPr/>
        </p:nvCxnSpPr>
        <p:spPr>
          <a:xfrm rot="10800000">
            <a:off x="4320492" y="4725144"/>
            <a:ext cx="0" cy="56677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25" y="4558925"/>
            <a:ext cx="5101074" cy="21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Funções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108217" y="1567421"/>
            <a:ext cx="8229600" cy="604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Sem necessidade de especificar tipo de retorno: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108216" y="4269483"/>
            <a:ext cx="87843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Possibilidade de retornar um ou mais valores simultaneamente: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630250" y="5497374"/>
            <a:ext cx="1445700" cy="288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707225" y="5962312"/>
            <a:ext cx="2272200" cy="288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88752"/>
            <a:ext cx="4550075" cy="19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9300" y="5085171"/>
            <a:ext cx="2391675" cy="13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50" y="4842224"/>
            <a:ext cx="4957825" cy="184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060852"/>
            <a:ext cx="4835174" cy="19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Funções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26577" y="1628800"/>
            <a:ext cx="8229600" cy="8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Parâmetros sem especificação de tipo;</a:t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0" y="4077072"/>
            <a:ext cx="9036496" cy="8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Parâmetros especiais, com inicialização diretamente a declaração da função.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2527489" y="2221582"/>
            <a:ext cx="864600" cy="288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2680830" y="5034009"/>
            <a:ext cx="1866300" cy="288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Módulos de funções</a:t>
            </a:r>
            <a:endParaRPr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107500" y="1600200"/>
            <a:ext cx="8928900" cy="50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Criar um arquivo com a extensão .py, onde serão desenvolvidas todas as funções pertencentes ao módulo;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Importar todo módulo ou parte dele, informando quais funções serão importadas;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pt-BR"/>
              <a:t>Módulo inteiro</a:t>
            </a:r>
            <a:r>
              <a:rPr lang="pt-BR"/>
              <a:t>: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import operacoes_aritmeticas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pt-BR"/>
              <a:t>Parte dele</a:t>
            </a:r>
            <a:r>
              <a:rPr lang="pt-BR"/>
              <a:t>: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from operacoes_aritmeticas import adicao, subtracao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Ao importar todo o módulo, usar a sintaxe </a:t>
            </a:r>
            <a:r>
              <a:rPr b="1" i="1" lang="pt-BR"/>
              <a:t>modulo.funcao</a:t>
            </a:r>
            <a:r>
              <a:rPr lang="pt-BR"/>
              <a:t> para chamar uma função: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Soma = operacoes_aritmeticas. adicao(x ,y)</a:t>
            </a:r>
            <a:r>
              <a:rPr lang="pt-BR"/>
              <a:t> # retorna a soma de x e y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Ao importar funções específicas, não há necessidade do nome do módulo: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Soma = adicao(x, y)</a:t>
            </a:r>
            <a:endParaRPr/>
          </a:p>
          <a:p>
            <a:pPr indent="-168275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Exercícios de aprendizagem</a:t>
            </a:r>
            <a:endParaRPr/>
          </a:p>
        </p:txBody>
      </p:sp>
      <p:sp>
        <p:nvSpPr>
          <p:cNvPr id="182" name="Google Shape;18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Desenvolva um algoritmo que leia o valor a ser pago por um produto, considerando o preço normal de etiqueta e a escolha da condição de pagamento. Para realizar o cálculo, utilize os códigos a seguir referentes à condição de pagamento escolhida pelo cliente.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Código Condição de pagamento;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À vista em dinheiro ou cheque, recebe 10% de desconto.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À vista no cartão de crédito, recebe 15% de desconto.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Em duas vezes, preço normal de etiqueta mais juros de 10%.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Exercícios de aprendizagem</a:t>
            </a:r>
            <a:endParaRPr/>
          </a:p>
        </p:txBody>
      </p:sp>
      <p:sp>
        <p:nvSpPr>
          <p:cNvPr id="188" name="Google Shape;18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Faça um programa para ler diversos valores para duas variáveis inteiras até que a primeira seja menor que a segunda.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Desenvolva um algoritmo que somente permita a leitura de valores maiores que os lidos anteriormente. Você deve definir uma condição de parada para o programa.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Exercícios de aprendizagem</a:t>
            </a:r>
            <a:endParaRPr/>
          </a:p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457200" y="1600200"/>
            <a:ext cx="8436300" cy="48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Faça uma função que verifique se um valor é perfeito ou não. Um valor é dito perfeito quando ele é igual a soma dos seus divisores excetuando ele próprio. (Ex: 6 é perfeito, 6 = 1 + 2 + 3, que são seus divisores). A função deve retornar 1, caso o número seja perfeito ou 0, caso não seja.</a:t>
            </a:r>
            <a:endParaRPr sz="2000"/>
          </a:p>
          <a:p>
            <a:pPr indent="-190500" lvl="0" marL="3429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000"/>
          </a:p>
          <a:p>
            <a:pPr indent="-317500" lvl="0" marL="3429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Desenvolva um algoritmo com uma função que recebe por parâmetro a hora de início e término de um jogo, ambas subdivididas em 2 valores distintos: horas e minutos. A função deve apresentar a duração do jogo em horas e minutos, considerando que o tempo máximo de duração de um jogo é de 24 horas e que o jogo pode começar em um dia e terminar no outro. </a:t>
            </a:r>
            <a:endParaRPr sz="2000"/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>
                <a:solidFill>
                  <a:srgbClr val="FF0000"/>
                </a:solidFill>
              </a:rPr>
              <a:t>Busque funções Python que permitam resolver esse problema de maneira mais rápida/eficiente.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lo Mestrado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2011-08-18T12:44:31Z</dcterms:created>
  <dc:creator>Leandro</dc:creator>
</cp:coreProperties>
</file>